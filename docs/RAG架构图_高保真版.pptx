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RAG 智能问答平台总体技术架构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457200"/>
            <a:ext cx="11521440" cy="822960"/>
          </a:xfrm>
          <a:prstGeom prst="roundRect">
            <a:avLst/>
          </a:prstGeom>
          <a:solidFill>
            <a:srgbClr val="EBF3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Frontend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25880"/>
            <a:ext cx="11521440" cy="685800"/>
          </a:xfrm>
          <a:prstGeom prst="roundRect">
            <a:avLst/>
          </a:prstGeom>
          <a:solidFill>
            <a:srgbClr val="EBFA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API &amp; Streaming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57400"/>
            <a:ext cx="11521440" cy="1280160"/>
          </a:xfrm>
          <a:prstGeom prst="roundRect">
            <a:avLst/>
          </a:prstGeom>
          <a:solidFill>
            <a:srgbClr val="F7F0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RAG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429000"/>
            <a:ext cx="11521440" cy="731520"/>
          </a:xfrm>
          <a:prstGeom prst="roundRect">
            <a:avLst/>
          </a:prstGeom>
          <a:solidFill>
            <a:srgbClr val="FFF4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Platform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251960"/>
            <a:ext cx="11521440" cy="1005840"/>
          </a:xfrm>
          <a:prstGeom prst="roundRect">
            <a:avLst/>
          </a:prstGeom>
          <a:solidFill>
            <a:srgbClr val="EBF3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Infra-AI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349240"/>
            <a:ext cx="1152144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Storage &amp; Infrastructure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66928"/>
            <a:ext cx="292608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0"/>
            </a:pPr>
            <a:r>
              <a:t>Chat 对话界面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66928"/>
            <a:ext cx="27432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0"/>
            </a:pPr>
            <a:r>
              <a:t>Admin 管理后台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896112"/>
            <a:ext cx="91440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 b="0"/>
            </a:pPr>
            <a:r>
              <a:t>React18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896112"/>
            <a:ext cx="91440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 b="0"/>
            </a:pPr>
            <a:r>
              <a:t>TypeScript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896112"/>
            <a:ext cx="91440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 b="0"/>
            </a:pPr>
            <a:r>
              <a:t>Vite5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59" y="896112"/>
            <a:ext cx="91440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 b="0"/>
            </a:pPr>
            <a:r>
              <a:t>Tailwind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896112"/>
            <a:ext cx="91440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 b="0"/>
            </a:pPr>
            <a:r>
              <a:t>Radix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896112"/>
            <a:ext cx="91440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 b="0"/>
            </a:pPr>
            <a:r>
              <a:t>Zustand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896112"/>
            <a:ext cx="91440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 b="0"/>
            </a:pPr>
            <a:r>
              <a:t>Router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896112"/>
            <a:ext cx="91440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 b="0"/>
            </a:pPr>
            <a:r>
              <a:t>Axios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1536192"/>
            <a:ext cx="25603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/>
            </a:pPr>
            <a:r>
              <a:t>RESTful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536192"/>
            <a:ext cx="25603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/>
            </a:pPr>
            <a:r>
              <a:t>SSE 流式推送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536192"/>
            <a:ext cx="25603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/>
            </a:pPr>
            <a:r>
              <a:t>SA-Token 鉴权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560320"/>
            <a:ext cx="15544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/>
            </a:pPr>
            <a:r>
              <a:t>1.会话记忆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2560320"/>
            <a:ext cx="15544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/>
            </a:pPr>
            <a:r>
              <a:t>2.Query改写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2560320"/>
            <a:ext cx="15544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/>
            </a:pPr>
            <a:r>
              <a:t>3.意图识别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560320"/>
            <a:ext cx="15544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/>
            </a:pPr>
            <a:r>
              <a:t>4.路由判断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560320"/>
            <a:ext cx="15544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/>
            </a:pPr>
            <a:r>
              <a:t>5.知识库/MCP检索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2560320"/>
            <a:ext cx="15544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/>
            </a:pPr>
            <a:r>
              <a:t>6.Prompt生成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657600"/>
            <a:ext cx="14630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0"/>
            </a:pPr>
            <a:r>
              <a:t>知识库管理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3657600"/>
            <a:ext cx="14630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0"/>
            </a:pPr>
            <a:r>
              <a:t>文档ETL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3657600"/>
            <a:ext cx="14630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0"/>
            </a:pPr>
            <a:r>
              <a:t>会话记忆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657600"/>
            <a:ext cx="14630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0"/>
            </a:pPr>
            <a:r>
              <a:t>模型路由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657600"/>
            <a:ext cx="14630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0"/>
            </a:pPr>
            <a:r>
              <a:t>Trace追踪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29800" y="3657600"/>
            <a:ext cx="146304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0"/>
            </a:pPr>
            <a:r>
              <a:t>限流熔断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57200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0"/>
            </a:pPr>
            <a:r>
              <a:t>通义千问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0" y="457200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0"/>
            </a:pPr>
            <a:r>
              <a:t>GLM-4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57200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0"/>
            </a:pPr>
            <a:r>
              <a:t>Ollama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457200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0"/>
            </a:pPr>
            <a:r>
              <a:t>Embedding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57200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0"/>
            </a:pPr>
            <a:r>
              <a:t>Rerank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09760" y="457200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0"/>
            </a:pPr>
            <a:r>
              <a:t>MCP工具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5559552"/>
            <a:ext cx="16459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 b="0"/>
            </a:pPr>
            <a:r>
              <a:t>PostgreSQL+pgvector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559552"/>
            <a:ext cx="16459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 b="0"/>
            </a:pPr>
            <a:r>
              <a:t>Milvus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5559552"/>
            <a:ext cx="16459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 b="0"/>
            </a:pPr>
            <a:r>
              <a:t>Redis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23759" y="5559552"/>
            <a:ext cx="16459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 b="0"/>
            </a:pPr>
            <a:r>
              <a:t>RocketMQ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26880" y="5559552"/>
            <a:ext cx="16459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 b="0"/>
            </a:pPr>
            <a:r>
              <a:t>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